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d090ef83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d090ef83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dd090ef83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dd090ef83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dd543b8d2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dd543b8d2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d543b8d2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dd543b8d2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d090ef83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dd090ef83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d090ef83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d090ef83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dd090ef83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dd090ef83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dd090ef83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dd090ef83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d543b8d2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d543b8d2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dd543b8d2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dd543b8d2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dd543b8d2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dd543b8d2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768000" y="273825"/>
            <a:ext cx="7608000" cy="4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Министерство просвещения РФ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ФГБОУ ВО Глазовский государственный педагогический институт имени В.Г. Короленко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Учебная практика по ПМ01 “Разработка программных модулей, программного обеспечения для компьютерных систем”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МДК 01.0</a:t>
            </a:r>
            <a:r>
              <a:rPr lang="ru" sz="2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" sz="2000">
                <a:latin typeface="Calibri"/>
                <a:ea typeface="Calibri"/>
                <a:cs typeface="Calibri"/>
                <a:sym typeface="Calibri"/>
              </a:rPr>
              <a:t>Прикладное</a:t>
            </a:r>
            <a:r>
              <a:rPr lang="ru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программирование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Мобильное приложение голосового помощника Say Time.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Выполнил студент 3 курса 33 группы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Молокотин Максим Михайлович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Глазов 2020</a:t>
            </a:r>
            <a:endParaRPr sz="24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</a:t>
            </a:r>
            <a:endParaRPr/>
          </a:p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>
                <a:solidFill>
                  <a:srgbClr val="000000"/>
                </a:solidFill>
              </a:rPr>
              <a:t>Создание мобильного приложения голосового помощника Say Time для практического использования.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</a:t>
            </a:r>
            <a:endParaRPr/>
          </a:p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1. Изучить и проанализировать источники, созданию мобильных приложений с использованием синтеза речи.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2. Изучить и проанализировать примеры ПО с применением технологии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синтеза речи, применённое для озвучивания текущего времени.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3. Выбрать среду разработки.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4. Создать и протестировать приложение.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Выполнение работы</a:t>
            </a:r>
            <a:endParaRPr/>
          </a:p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1. Регистрация на сервисе App Inventor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2. Конструирование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3. Написание программного кода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4. Тестирование программы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Основной экран приложения</a:t>
            </a:r>
            <a:endParaRPr/>
          </a:p>
        </p:txBody>
      </p:sp>
      <p:sp>
        <p:nvSpPr>
          <p:cNvPr id="123" name="Google Shape;12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9"/>
          <p:cNvPicPr preferRelativeResize="0"/>
          <p:nvPr/>
        </p:nvPicPr>
        <p:blipFill rotWithShape="1">
          <a:blip r:embed="rId3">
            <a:alphaModFix/>
          </a:blip>
          <a:srcRect b="0" l="626" r="0" t="0"/>
          <a:stretch/>
        </p:blipFill>
        <p:spPr>
          <a:xfrm>
            <a:off x="1558700" y="1473675"/>
            <a:ext cx="6026576" cy="27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Кнопки главного экрана</a:t>
            </a:r>
            <a:endParaRPr/>
          </a:p>
        </p:txBody>
      </p:sp>
      <p:sp>
        <p:nvSpPr>
          <p:cNvPr id="130" name="Google Shape;13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950" y="1560500"/>
            <a:ext cx="61341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Экран настроек</a:t>
            </a:r>
            <a:endParaRPr/>
          </a:p>
        </p:txBody>
      </p:sp>
      <p:sp>
        <p:nvSpPr>
          <p:cNvPr id="137" name="Google Shape;13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4201" y="1054175"/>
            <a:ext cx="3035599" cy="39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Экран дополнительных настроек</a:t>
            </a:r>
            <a:endParaRPr/>
          </a:p>
        </p:txBody>
      </p:sp>
      <p:sp>
        <p:nvSpPr>
          <p:cNvPr id="144" name="Google Shape;14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32"/>
          <p:cNvPicPr preferRelativeResize="0"/>
          <p:nvPr/>
        </p:nvPicPr>
        <p:blipFill rotWithShape="1">
          <a:blip r:embed="rId3">
            <a:alphaModFix/>
          </a:blip>
          <a:srcRect b="0" l="487" r="0" t="0"/>
          <a:stretch/>
        </p:blipFill>
        <p:spPr>
          <a:xfrm>
            <a:off x="1664888" y="1152475"/>
            <a:ext cx="5814226" cy="36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процедура программы</a:t>
            </a:r>
            <a:endParaRPr/>
          </a:p>
        </p:txBody>
      </p:sp>
      <p:sp>
        <p:nvSpPr>
          <p:cNvPr id="151" name="Google Shape;15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600" y="1152472"/>
            <a:ext cx="4608800" cy="31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процедура программы</a:t>
            </a:r>
            <a:endParaRPr/>
          </a:p>
        </p:txBody>
      </p:sp>
      <p:sp>
        <p:nvSpPr>
          <p:cNvPr id="158" name="Google Shape;15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0" y="1423625"/>
            <a:ext cx="9002501" cy="272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практики</a:t>
            </a:r>
            <a:endParaRPr/>
          </a:p>
        </p:txBody>
      </p:sp>
      <p:sp>
        <p:nvSpPr>
          <p:cNvPr id="165" name="Google Shape;16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Я проходил учебную практику «Прикладное программирование» в ВУЗе ГГПИ им.В.Г.Короленко.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Вследствие прохождения практики появились новые знания о программировании в среде разработки App Inventor и о синтезе речи.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Практика помогла закрепить навыки, полученные во время обучения. Я приобрёл незаменимый опыт, который, несомненно, очень пригодится мне в дальнейшей профессиональной деятельности.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